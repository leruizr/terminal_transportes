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33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Saludo. Buenos días, mi nombre es Luis Enrique Ruiz Restrepo, estudiante del curso Desarrollo de Aplicaciones para la Web. Muestro mi documento de identidad a la cámara. A continuación presento la sustentación final del proyecto Terminal de Transportes, correspondiente a la Etapa 5 -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El proyecto parte de una problemática real: la terminal de transporte de la ciudad no cuenta con un sistema en línea. Esto genera dificultades de atención a los usuarios. La gerencia solicita una página web interactiva que cubra nueve necesidades: información de la terminal, empresas vinculadas, vehículos, rutas, horarios, disponibilidad, costos, cotizaciones y compra de tiquetes en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El objetivo general fue diseñar, desarrollar, optimizar y evaluar un sistema web para la Terminal de Transportes. Para lograrlo se plantearon cuatro objetivos específicos: analizar los requerimientos, gestionar los datos con MySQL, posicionar el sitio con estrategias SEO y evaluar el desarrollo aplicando pruebas y mejoras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El sistema se construyó con tecnologías web estándar. En el frontend, HTML5 para la estructura, CSS3 para los estilos y el diseño responsive, y JavaScript para la interactividad. En el backend, PHP para la lógica del servidor y MySQL como base de datos. Todo bajo una arquitectura cliente-servidor. Como herramientas de apoyo se usaron AppServ como entorno local, Visual Studio Code como editor y phpMyAdmin para administrar la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El sistema funciona bajo una arquitectura cliente-servidor: el navegador del usuario envía las peticiones, Apache con PHP procesa la lógica y MySQL almacena y devuelve los datos. El proyecto está organizado en un árbol de directorios claro: la carpeta app contiene las páginas PHP, css los estilos, database el script de la base de datos, documentacion los anexos, e incluye archivos clave como robots.txt y sitemap.xml para SEO, y el archivo .env para las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La información dinámica del sistema se sostiene en una base de datos MySQL llamada terminal_transportes, compuesta por cinco tablas relacionales: empresas, ciudades, tipos_vehiculo, rutas y tiquetes. La tabla rutas es la central, ya que combina empresa, destino, horario, precio y vehículo. Todas las páginas públicas cargan los datos directamente desde la base, por lo que cualquier cambio del administrador se ve reflejado de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Voy a demostrar el funcionamiento del módulo público. El flujo del usuario tiene cuatro pasos: primero busca una ruta indicando origen, destino y fecha; luego el sistema muestra los resultados con el precio mínimo; después cotiza ingresando el número de pasajeros y obtiene el costo total; y finalmente confirma la compra, que queda registrada en la base de datos. El sitio cuenta además con nueve secciones públicas: Inicio, Nosotros, Empresas, Vehículos, Rutas, Horarios, Disponibilidad, Cotización y Contacto. [Aquí mostrar el sitio en operación].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El sistema incluye un módulo administrador protegido. El acceso se realiza por la opción Admin del menú; el sistema valida la sesión PHP y, si no existe, redirige al login. Una vez autenticado, el administrador gestiona los vehículos y las rutas mediante operaciones CRUD completas. En cuanto a seguridad se aplicaron buenas prácticas: separación de roles, validación de sesión, prepared statements contra inyección SQL, escape de salida con htmlspecialchars contra XSS, y confirmación e integridad referencial al eliminar registros. [Aquí mostrar el panel admin en operación].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En la Etapa 4 se integraron estrategias de posicionamiento web. Se optimizaron las palabras clave y metaetiquetas, incluyendo términos relevantes en el título, la descripción y el encabezado H1. Se implementó un diseño responsive con media queries para que el sitio se adapte a cualquier dispositivo. Se agregaron etiquetas Open Graph y Twitter Card para mejorar la vista previa al compartir en redes sociales. Y se crearon los archivos robots.txt y sitemap.xml para guiar a los motores de búsqueda y proteger el panel administrativo de la indexación.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La Etapa 5 se centró en la evaluación del proyecto. Se realizaron pruebas manuales sobre cada módulo. En el módulo público se verificó el buscador, el cálculo de cotización para distintos números de pasajeros y el registro de compras. En el módulo administrador se probó el login, las operaciones CRUD y el cierre de sesión. Durante la verificación se identificó un hallazgo de seguridad importante: las credenciales de la base de datos estaban escritas en el código. La corrección consistió en moverlas a un archivo .env, excluirlo del repositorio con .gitignore y dejar una plantilla .env.example, aplicando el principio de separación entre código y configuración.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Como resultado de la Etapa 5 se implementaron mejoras concretas: se reforzó la seguridad de credenciales con variables de entorno, se optimizaron los formularios y la navegación, se verificó la robustez del sistema con prepared statements y escape XSS, y se comprobó el SEO técnico. Tras ejecutar todas las pruebas y aplicar las correcciones, el sistema queda funcional, seguro y cumpliendo los requerimientos planteados desde la Etapa 2, listo para la entrega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Para cerrar, comparto una reflexión final. Este proyecto me permitió aplicar de forma práctica los conocimientos del curso: desarrollo frontend y backend, bases de datos, posicionamiento web y evaluación de software. Recorrer las cinco etapas fortaleció mis habilidades de análisis y resolución de problemas, construyendo una solución para una necesidad real. Agradezco la atención. Con esto finaliza la sustentación del proyecto Terminal de Transportes.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852160" cy="58521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4206240" cy="4206240"/>
          </a:xfrm>
          <a:prstGeom prst="ellipse">
            <a:avLst/>
          </a:prstGeom>
          <a:solidFill>
            <a:srgbClr val="2EC4B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68680" y="777240"/>
            <a:ext cx="1143000" cy="11430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0744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 DESARROLLO DE APLICACIONES PARA LA WEB  ·  CÓDIGO 202047916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de Transportes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la gestión de rutas, horarios y compra de tiquetes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6868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5  ·  Evaluación y Sustentación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9377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Enrique Ruiz Restrepo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202047916_4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Leonardo Ramírez Restrepo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 · ECBTI · Medellín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problemática a resolver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937760" cy="4754880"/>
          </a:xfrm>
          <a:prstGeom prst="roundRect">
            <a:avLst>
              <a:gd name="adj" fmla="val 1731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20546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sin sistema en línea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terminal de transporte de la ciudad presenta problemas permanentes con sus usuarios por la falta de una plataforma digital que gestione sus servicios y aproveche las TIC, afectando la atención y la satisfacción del usuario.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solicita una página web interactiva para gestionar los servicios de la terminal.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Necesidades a cubrir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89320" y="2011680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135624" y="21671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135624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11112" y="20116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la terminal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69680" y="2011680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9015984" y="21671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9015984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91472" y="20116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transporte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2852928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6135624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6135624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11112" y="285292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vehículos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869680" y="2852928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9015984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9015984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491472" y="285292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destinos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89320" y="3694176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135624" y="38496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6135624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11112" y="369417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salida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869680" y="3694176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9015984" y="38496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9015984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491472" y="369417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cupos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989320" y="4535424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6135624" y="4690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6135624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611112" y="453542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viaje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869680" y="4535424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9015984" y="4690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9015984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491472" y="453542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989320" y="5376672"/>
            <a:ext cx="2697480" cy="676656"/>
          </a:xfrm>
          <a:prstGeom prst="roundRect">
            <a:avLst>
              <a:gd name="adj" fmla="val 12162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6135624" y="5532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6135624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611112" y="53766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tiquetes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proyecto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20089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916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65960" y="20116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desarrollar, optimizar y evaluar un sistema web para la Terminal de Transportes, integrando el análisis de requerimientos, la implementación dinámica con PHP y MySQL, las estrategias de posicionamiento web y la verificación funcional, para obtener una solución completa, funcional y segura.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554480" y="374904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562" y="39511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Analizar requerimientos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2960" y="5120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necesidades del sistema a partir de la problemática planteada.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3429000" y="35204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4343400" y="3749040"/>
            <a:ext cx="777240" cy="77724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482" y="395112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9359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Gestionar datos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611880" y="5120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sitio a una base de datos MySQL para rutas, viajes, empresas y vehículos.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217920" y="35204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7132320" y="374904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402" y="395112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251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Posicionar el sitio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0" y="5120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SEO, Open Graph y diseño responsive para fortalecer su presencia digital.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9006840" y="35204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9921240" y="3749040"/>
            <a:ext cx="777240" cy="77724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3322" y="3951122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71432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Evaluar el desarrollo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189720" y="5120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cada módulo, corregir errores y aplicar mejoras de seguridad antes de la entrega.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 ·  Lado del cliente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005840" y="2359152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24028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contenido de las páginas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081528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005840" y="320040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0815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y diseño responsive con media queries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922776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005840" y="4041648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005840" y="40416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9227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 del buscador y validaciones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166360" cy="3246120"/>
          </a:xfrm>
          <a:prstGeom prst="roundRect">
            <a:avLst>
              <a:gd name="adj" fmla="val 2535"/>
            </a:avLst>
          </a:prstGeom>
          <a:solidFill>
            <a:srgbClr val="0F2A4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 ·  Lado del servidor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240280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720840" y="2359152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72084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22402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servidor, sesiones y procesos CRUD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081528"/>
            <a:ext cx="4709160" cy="713232"/>
          </a:xfrm>
          <a:prstGeom prst="roundRect">
            <a:avLst>
              <a:gd name="adj" fmla="val 8974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720840" y="3200400"/>
            <a:ext cx="1234440" cy="475488"/>
          </a:xfrm>
          <a:prstGeom prst="roundRect">
            <a:avLst>
              <a:gd name="adj" fmla="val 15385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20840" y="3200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2440" y="30815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terminal_transportes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 / 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APOYO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440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6868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AppServ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" y="5870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PHP + MySQL + phpMyAdmin (entorno local)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5440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57200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Studio Code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0" y="5870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 del proyecto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54406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827532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phpMyAdmin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75320" y="5870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base de datos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estructura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Cliente / Servidor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14400" y="2304288"/>
            <a:ext cx="713232" cy="71323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248972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74520" y="2624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interactúa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71800" y="3264408"/>
            <a:ext cx="411480" cy="1828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914400" y="3721608"/>
            <a:ext cx="713232" cy="713232"/>
          </a:xfrm>
          <a:prstGeom prst="ellipse">
            <a:avLst/>
          </a:prstGeom>
          <a:solidFill>
            <a:srgbClr val="0F2A4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840" y="390704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+ PHP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874520" y="4041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la lógica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971800" y="4681728"/>
            <a:ext cx="411480" cy="1828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40080" y="489204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914400" y="5138928"/>
            <a:ext cx="713232" cy="71323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40" y="5324368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5056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874520" y="5458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los datos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080760" y="155448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0F2A4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Árbol de directorios del proyecto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55080" y="219456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terminal_completo/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           Páginas PHP (backend + vistas)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includes/     db.php · header.php · footer.php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css/            styles.css (incluye responsive)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database/       schema.sql (estructura y datos)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documentacion/  Anexos del proyecto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img/            Imágenes del sitio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js/             script.js (buscador)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            Credenciales (no se publica)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      Exclusiones del repositorio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robots.txt      Reglas para buscadores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sitemap.xml     Mapa del sitio (SEO)</a:t>
            </a:r>
            <a:endParaRPr lang="en-US" sz="103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3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       Instalación y uso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datos: terminal_transportes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relacionales</a:t>
            </a: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 sostienen toda la información dinámica del sistema, conectadas mediante llaves foráneas.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59536" y="2203704"/>
            <a:ext cx="530352" cy="530352"/>
          </a:xfrm>
          <a:prstGeom prst="ellipse">
            <a:avLst/>
          </a:prstGeom>
          <a:solidFill>
            <a:srgbClr val="EEF3F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8" y="2341596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21854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empresas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86968" y="27523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empresas de transporte vinculadas a la terminal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520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62856" y="2203704"/>
            <a:ext cx="530352" cy="53035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748" y="2341596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1224" y="21854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90288" y="27523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ciudades destino con </a:t>
            </a:r>
            <a:r>
              <a:rPr lang="en-US" sz="108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046720" y="1965960"/>
            <a:ext cx="3520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8266176" y="2203704"/>
            <a:ext cx="530352" cy="53035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68" y="2341596"/>
            <a:ext cx="254569" cy="2545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24544" y="21854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tipos_vehiculo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93608" y="27523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tipos de vehículo: capacidad y comodidades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40080" y="3447288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640080" y="3447288"/>
            <a:ext cx="3520440" cy="914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859536" y="3685032"/>
            <a:ext cx="530352" cy="530352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28" y="3822924"/>
            <a:ext cx="254569" cy="25456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17904" y="3666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86968" y="4233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empresa, destino, horario, precio y vehículo</a:t>
            </a:r>
            <a:endParaRPr lang="en-US" sz="1080" dirty="0"/>
          </a:p>
        </p:txBody>
      </p:sp>
      <p:sp>
        <p:nvSpPr>
          <p:cNvPr id="29" name="Shape 23"/>
          <p:cNvSpPr/>
          <p:nvPr/>
        </p:nvSpPr>
        <p:spPr>
          <a:xfrm>
            <a:off x="4343400" y="3447288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4"/>
          <p:cNvSpPr/>
          <p:nvPr/>
        </p:nvSpPr>
        <p:spPr>
          <a:xfrm>
            <a:off x="4343400" y="3447288"/>
            <a:ext cx="3520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5"/>
          <p:cNvSpPr/>
          <p:nvPr/>
        </p:nvSpPr>
        <p:spPr>
          <a:xfrm>
            <a:off x="4562856" y="3685032"/>
            <a:ext cx="530352" cy="53035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748" y="3822924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21224" y="3666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tiquetes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590288" y="4233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las compras hechas en la cotización</a:t>
            </a:r>
            <a:endParaRPr lang="en-US" sz="1080" dirty="0"/>
          </a:p>
        </p:txBody>
      </p:sp>
      <p:sp>
        <p:nvSpPr>
          <p:cNvPr id="35" name="Shape 28"/>
          <p:cNvSpPr/>
          <p:nvPr/>
        </p:nvSpPr>
        <p:spPr>
          <a:xfrm>
            <a:off x="640080" y="50292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29"/>
          <p:cNvSpPr/>
          <p:nvPr/>
        </p:nvSpPr>
        <p:spPr>
          <a:xfrm>
            <a:off x="914400" y="5321808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311" y="5478719"/>
            <a:ext cx="289682" cy="28968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91640" y="5248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siempre actualizados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1691640" y="5577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públicas (Horarios, Empresas, Vehículos, Disponibilidad y Cotización) cargan la información directamente de la base de datos; cualquier cambio del panel administrador se refleja de inmediato en el sitio.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público — flujo del usuario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55448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Buscar ruta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origen, destino y fecha en el buscador (index.php)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82112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93008" y="16916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407408" y="192024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07408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30168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 resultados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opciones y el precio mínimo (resultados.php)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345936" y="16916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EEF3F6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260336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260336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83096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Cotizar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28816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número de pasajeros y calcula el costo total (cotizacion.php)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87968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198864" y="1691640"/>
            <a:ext cx="2606040" cy="2697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0113264" y="192024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113264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36024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Comprar tiquete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81744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 compra y el registro se guarda en la BD (tabla tiquetes)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Secciones públicas del sitio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91440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0312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10312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29184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48056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66928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85800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4672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804672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23544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923544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424160" y="5349240"/>
            <a:ext cx="1078992" cy="566928"/>
          </a:xfrm>
          <a:prstGeom prst="roundRect">
            <a:avLst>
              <a:gd name="adj" fmla="val 50000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10424160" y="5349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administrador y CRUD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0F2A4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1993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protegido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entra por la opción «Admin» del menú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valida la sesión PHP activa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sesión, redirige a login.php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credenciales válidas accede a admin.php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y cierra sesión de forma segura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521208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14300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implementados:  </a:t>
            </a: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tipos_vehiculo y rutas (crear, editar, eliminar y listar).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64592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777240" cy="777240"/>
          </a:xfrm>
          <a:prstGeom prst="ellipse">
            <a:avLst/>
          </a:prstGeom>
          <a:solidFill>
            <a:srgbClr val="163755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02" y="212232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14032" y="19933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buenas prácticas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8437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7523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roles.  </a:t>
            </a: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públicas independientes del panel privado</a:t>
            </a:r>
            <a:endParaRPr lang="en-US" sz="113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5204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3429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sesión.  </a:t>
            </a: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controla el acceso a admin.php</a:t>
            </a:r>
            <a:endParaRPr lang="en-US" sz="113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1970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0" y="41056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statements.  </a:t>
            </a: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bind_param previene la inyección SQL</a:t>
            </a:r>
            <a:endParaRPr lang="en-US" sz="113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87375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75120" y="47823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de salida.  </a:t>
            </a: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 previene ataques XSS</a:t>
            </a:r>
            <a:endParaRPr lang="en-US" sz="113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55040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75120" y="5458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e integridad.  </a:t>
            </a: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de confirmación y cascada FK al eliminar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4 INTEGRADA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Posicionamiento web (SEO)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SEO implementadas para mejorar la visibilidad del sitio en los motores de búsqueda y fortalecer su presencia digital.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96112" y="2350008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9" y="2575865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500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 clave y metaetiquetas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como «tiquetes de bus» u «horarios de buses» en el título, description, keywords y el encabezado H1.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73952" y="2350008"/>
            <a:ext cx="868680" cy="868680"/>
          </a:xfrm>
          <a:prstGeom prst="ellipse">
            <a:avLst/>
          </a:prstGeom>
          <a:solidFill>
            <a:srgbClr val="0F2A4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809" y="2575865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3500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responsive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9224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en styles.css adaptan el sitio a celulares, tabletas y computadores.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896112" y="4498848"/>
            <a:ext cx="868680" cy="868680"/>
          </a:xfrm>
          <a:prstGeom prst="ellipse">
            <a:avLst/>
          </a:prstGeom>
          <a:solidFill>
            <a:srgbClr val="0F2A4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969" y="4724705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4988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Graph y Twitter Card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1440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optimizada con título, descripción e imagen al compartir el sitio en redes sociales.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6217920" y="42062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6473952" y="4498848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809" y="4724705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4988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robots.txt y sitemap.xml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49224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Indican a los buscadores qué páginas indexar; protegen el panel admin de la indexación.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y verificación funcional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49808" cy="749808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50" y="211519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751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manuales por módulo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PÚBLICO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017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y carga dinámica de ciudades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Cotización: cálculo correcto para 1, 2, 5 y 10 pasajeros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registrada correctamente en la BD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filtros y estados de asientos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ADMINISTRADOR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bloqueo de acceso sin sesión activa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vehículos y rutas verificado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FK y cierre de sesión funcionando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17920" y="1645920"/>
            <a:ext cx="5303520" cy="4617720"/>
          </a:xfrm>
          <a:prstGeom prst="roundRect">
            <a:avLst>
              <a:gd name="adj" fmla="val 1782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492240" y="1920240"/>
            <a:ext cx="749808" cy="749808"/>
          </a:xfrm>
          <a:prstGeom prst="ellipse">
            <a:avLst/>
          </a:prstGeom>
          <a:solidFill>
            <a:srgbClr val="C2410C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90" y="2115190"/>
            <a:ext cx="359908" cy="3599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9751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Hallazgo de seguridad corregido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492240" y="274320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163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6675120" y="2788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 </a:t>
            </a: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de la base de datos estaban escritas directamente en db.php, un riesgo si el proyecto se sube a un repositorio.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CORRECCIÓN APLICADA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18795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4114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movidas a un archivo .env</a:t>
            </a:r>
            <a:endParaRPr lang="en-US" sz="108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6908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6177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excluido del repositorio con .gitignore</a:t>
            </a:r>
            <a:endParaRPr lang="en-US" sz="108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1937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5120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como plantilla pública</a:t>
            </a:r>
            <a:endParaRPr lang="en-US" sz="108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69671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56235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lee las credenciales con getenv()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Mejoras implementadas y resultado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713232" cy="71323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20" y="21239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de credenciales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83080" y="2258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credenciales mediante variables de entorno (.env)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46520" y="1938528"/>
            <a:ext cx="713232" cy="713232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60" y="212396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Optimización funcional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360920" y="2258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en formularios, navegación y proceso de compra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06324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68680" y="3310128"/>
            <a:ext cx="713232" cy="713232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20" y="349556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227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 verificada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783080" y="36301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y escape XSS confirmados en todo el panel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17920" y="306324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6446520" y="3310128"/>
            <a:ext cx="713232" cy="713232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960" y="349556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227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técnico activo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60920" y="36301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correcta de robots.txt y sitemap.xml comprobada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 w="12700">
            <a:solidFill>
              <a:srgbClr val="DBE4EA"/>
            </a:solidFill>
            <a:prstDash val="solid"/>
          </a:ln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914400" y="4983480"/>
            <a:ext cx="914400" cy="91440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144" y="522122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57400" y="4800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funcional, seguro y listo para la entrega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2057400" y="5285232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ejecutar todas las pruebas y aplicar las correcciones documentadas, el sistema web Terminal de Transportes cumple los requerimientos funcionales y no funcionales planteados desde la Etapa 2.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4023360"/>
            <a:ext cx="5669280" cy="566928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509760" y="-2377440"/>
            <a:ext cx="5486400" cy="5486400"/>
          </a:xfrm>
          <a:prstGeom prst="ellipse">
            <a:avLst/>
          </a:prstGeom>
          <a:solidFill>
            <a:srgbClr val="2EC4B6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68680" y="685800"/>
            <a:ext cx="960120" cy="9601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9354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REFLEXIÓN FINAL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 y experiencia de desarrollo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permitió aplicar de forma práctica los conocimientos del curso sobre desarrollo web frontend y backend, gestión de bases de datos, posicionamiento y evaluación de software. Recorrer las cinco etapas fortaleció habilidades de análisis, resolución de problemas y construcción de soluciones tecnológicas orientadas a una necesidad real del territorio.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01752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9464040" y="329184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010" y="3505810"/>
            <a:ext cx="395021" cy="3950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82296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Enrique Ruiz Restrepo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22960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de Transportes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2302</Words>
  <Application>Microsoft Office PowerPoint</Application>
  <PresentationFormat>Panorámica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Terminal de Transportes - Etapa 5</dc:title>
  <dc:subject>PptxGenJS Presentation</dc:subject>
  <dc:creator>Luis Enrique Ruiz Restrepo</dc:creator>
  <cp:lastModifiedBy>Enrique Ruiz</cp:lastModifiedBy>
  <cp:revision>4</cp:revision>
  <dcterms:created xsi:type="dcterms:W3CDTF">2026-05-23T17:39:11Z</dcterms:created>
  <dcterms:modified xsi:type="dcterms:W3CDTF">2026-05-23T18:41:28Z</dcterms:modified>
</cp:coreProperties>
</file>